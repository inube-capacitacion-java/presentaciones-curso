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109" d="100"/>
          <a:sy n="109" d="100"/>
        </p:scale>
        <p:origin x="588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80D4FDA5-FD2C-4E7E-8A84-B414C6D8559F}" type="datetimeFigureOut">
              <a:rPr lang="es-MX" smtClean="0"/>
              <a:t>24/09/2025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A07B96B3-4F6E-40E6-87CF-5E6B7A1D4A1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980811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4FDA5-FD2C-4E7E-8A84-B414C6D8559F}" type="datetimeFigureOut">
              <a:rPr lang="es-MX" smtClean="0"/>
              <a:t>24/09/2025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7B96B3-4F6E-40E6-87CF-5E6B7A1D4A1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1901689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4FDA5-FD2C-4E7E-8A84-B414C6D8559F}" type="datetimeFigureOut">
              <a:rPr lang="es-MX" smtClean="0"/>
              <a:t>24/09/2025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7B96B3-4F6E-40E6-87CF-5E6B7A1D4A1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654782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4FDA5-FD2C-4E7E-8A84-B414C6D8559F}" type="datetimeFigureOut">
              <a:rPr lang="es-MX" smtClean="0"/>
              <a:t>24/09/2025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7B96B3-4F6E-40E6-87CF-5E6B7A1D4A1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6468114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4FDA5-FD2C-4E7E-8A84-B414C6D8559F}" type="datetimeFigureOut">
              <a:rPr lang="es-MX" smtClean="0"/>
              <a:t>24/09/2025</a:t>
            </a:fld>
            <a:endParaRPr lang="es-MX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7B96B3-4F6E-40E6-87CF-5E6B7A1D4A1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296523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4FDA5-FD2C-4E7E-8A84-B414C6D8559F}" type="datetimeFigureOut">
              <a:rPr lang="es-MX" smtClean="0"/>
              <a:t>24/09/2025</a:t>
            </a:fld>
            <a:endParaRPr lang="es-MX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7B96B3-4F6E-40E6-87CF-5E6B7A1D4A1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0961562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4FDA5-FD2C-4E7E-8A84-B414C6D8559F}" type="datetimeFigureOut">
              <a:rPr lang="es-MX" smtClean="0"/>
              <a:t>24/09/2025</a:t>
            </a:fld>
            <a:endParaRPr lang="es-MX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7B96B3-4F6E-40E6-87CF-5E6B7A1D4A1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477247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4FDA5-FD2C-4E7E-8A84-B414C6D8559F}" type="datetimeFigureOut">
              <a:rPr lang="es-MX" smtClean="0"/>
              <a:t>24/09/2025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7B96B3-4F6E-40E6-87CF-5E6B7A1D4A1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4153436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4FDA5-FD2C-4E7E-8A84-B414C6D8559F}" type="datetimeFigureOut">
              <a:rPr lang="es-MX" smtClean="0"/>
              <a:t>24/09/2025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7B96B3-4F6E-40E6-87CF-5E6B7A1D4A1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8739900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4FDA5-FD2C-4E7E-8A84-B414C6D8559F}" type="datetimeFigureOut">
              <a:rPr lang="es-MX" smtClean="0"/>
              <a:t>24/09/2025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7B96B3-4F6E-40E6-87CF-5E6B7A1D4A1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4958292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4FDA5-FD2C-4E7E-8A84-B414C6D8559F}" type="datetimeFigureOut">
              <a:rPr lang="es-MX" smtClean="0"/>
              <a:t>24/09/2025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7B96B3-4F6E-40E6-87CF-5E6B7A1D4A1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1285116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4FDA5-FD2C-4E7E-8A84-B414C6D8559F}" type="datetimeFigureOut">
              <a:rPr lang="es-MX" smtClean="0"/>
              <a:t>24/09/2025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7B96B3-4F6E-40E6-87CF-5E6B7A1D4A1F}" type="slidenum">
              <a:rPr lang="es-MX" smtClean="0"/>
              <a:t>‹Nº›</a:t>
            </a:fld>
            <a:endParaRPr lang="es-MX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20917184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4FDA5-FD2C-4E7E-8A84-B414C6D8559F}" type="datetimeFigureOut">
              <a:rPr lang="es-MX" smtClean="0"/>
              <a:t>24/09/2025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7B96B3-4F6E-40E6-87CF-5E6B7A1D4A1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73884115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4FDA5-FD2C-4E7E-8A84-B414C6D8559F}" type="datetimeFigureOut">
              <a:rPr lang="es-MX" smtClean="0"/>
              <a:t>24/09/2025</a:t>
            </a:fld>
            <a:endParaRPr lang="es-MX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7B96B3-4F6E-40E6-87CF-5E6B7A1D4A1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4918405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4FDA5-FD2C-4E7E-8A84-B414C6D8559F}" type="datetimeFigureOut">
              <a:rPr lang="es-MX" smtClean="0"/>
              <a:t>24/09/2025</a:t>
            </a:fld>
            <a:endParaRPr lang="es-MX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7B96B3-4F6E-40E6-87CF-5E6B7A1D4A1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62988706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4FDA5-FD2C-4E7E-8A84-B414C6D8559F}" type="datetimeFigureOut">
              <a:rPr lang="es-MX" smtClean="0"/>
              <a:t>24/09/2025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7B96B3-4F6E-40E6-87CF-5E6B7A1D4A1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3104575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4FDA5-FD2C-4E7E-8A84-B414C6D8559F}" type="datetimeFigureOut">
              <a:rPr lang="es-MX" smtClean="0"/>
              <a:t>24/09/2025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7B96B3-4F6E-40E6-87CF-5E6B7A1D4A1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6031802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D4FDA5-FD2C-4E7E-8A84-B414C6D8559F}" type="datetimeFigureOut">
              <a:rPr lang="es-MX" smtClean="0"/>
              <a:t>24/09/2025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7B96B3-4F6E-40E6-87CF-5E6B7A1D4A1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89519596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5102BA-B429-401B-99E7-F1E908D331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917452"/>
          </a:xfrm>
        </p:spPr>
        <p:txBody>
          <a:bodyPr/>
          <a:lstStyle/>
          <a:p>
            <a:pPr algn="ctr"/>
            <a:r>
              <a:rPr lang="es-ES" dirty="0"/>
              <a:t>Git</a:t>
            </a:r>
            <a:endParaRPr lang="es-MX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4661903-28D3-4414-BEE3-DD1ABE9B7C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76424" y="2242038"/>
            <a:ext cx="8791575" cy="3015762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dirty="0">
                <a:solidFill>
                  <a:schemeClr val="tx1"/>
                </a:solidFill>
              </a:rPr>
              <a:t>Instructor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dirty="0">
                <a:solidFill>
                  <a:schemeClr val="tx1"/>
                </a:solidFill>
              </a:rPr>
              <a:t>I.S.C. E.T.W. M.T.W. Carlos Uriel de Jesús Sánchez González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dirty="0">
                <a:solidFill>
                  <a:schemeClr val="tx1"/>
                </a:solidFill>
              </a:rPr>
              <a:t>https://www.linkedin.com/in/carlos-uriel-de-jesus-sanchez-gonzalez-8920a1372/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379A91C7-41D8-4611-8EC4-D63C9D72C7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0290" y="0"/>
            <a:ext cx="2641709" cy="160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1118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35FD73-C7A2-427F-B740-485AB4F652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dirty="0"/>
              <a:t>Git</a:t>
            </a:r>
            <a:endParaRPr lang="es-MX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D8EBAE9-4B54-4185-9FC3-669F0ADE5C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s-ES" dirty="0">
                <a:solidFill>
                  <a:schemeClr val="tx1"/>
                </a:solidFill>
              </a:rPr>
              <a:t>Git es un sistema de control de versiones distribuido.</a:t>
            </a:r>
          </a:p>
          <a:p>
            <a:r>
              <a:rPr lang="es-ES" dirty="0">
                <a:solidFill>
                  <a:schemeClr val="tx1"/>
                </a:solidFill>
              </a:rPr>
              <a:t>Fue creado por Linus Torvalds (el creador de Linux) en 2005.</a:t>
            </a:r>
          </a:p>
          <a:p>
            <a:r>
              <a:rPr lang="es-ES" dirty="0">
                <a:solidFill>
                  <a:schemeClr val="tx1"/>
                </a:solidFill>
              </a:rPr>
              <a:t>Su objetivo es gestionar el historial de cambios en el código fuente de un proyecto.</a:t>
            </a:r>
          </a:p>
          <a:p>
            <a:r>
              <a:rPr lang="es-ES" dirty="0">
                <a:solidFill>
                  <a:schemeClr val="tx1"/>
                </a:solidFill>
              </a:rPr>
              <a:t>En otras palabras:</a:t>
            </a:r>
          </a:p>
          <a:p>
            <a:r>
              <a:rPr lang="es-ES" dirty="0">
                <a:solidFill>
                  <a:schemeClr val="tx1"/>
                </a:solidFill>
              </a:rPr>
              <a:t>Imagina que escribes un documento y quieres guardar versiones anteriores por si te equivocas.</a:t>
            </a:r>
          </a:p>
          <a:p>
            <a:r>
              <a:rPr lang="es-ES" dirty="0">
                <a:solidFill>
                  <a:schemeClr val="tx1"/>
                </a:solidFill>
              </a:rPr>
              <a:t>Git hace eso mismo, pero de manera muy eficiente y colaborativa para proyectos de software.</a:t>
            </a:r>
            <a:endParaRPr lang="es-MX" dirty="0">
              <a:solidFill>
                <a:schemeClr val="tx1"/>
              </a:solidFill>
            </a:endParaRPr>
          </a:p>
          <a:p>
            <a:endParaRPr lang="es-MX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C0A3D4CB-35B0-49E9-B990-19B5D2CC52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0290" y="0"/>
            <a:ext cx="2641709" cy="160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37994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7D76EE-CD4C-4EF9-B7E5-1D13C18F37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dirty="0"/>
              <a:t>¿Cómo funciona </a:t>
            </a:r>
            <a:r>
              <a:rPr lang="es-ES" dirty="0" err="1"/>
              <a:t>git</a:t>
            </a:r>
            <a:r>
              <a:rPr lang="es-ES" dirty="0"/>
              <a:t>?</a:t>
            </a:r>
            <a:endParaRPr lang="es-MX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3411CC7-8A9C-4751-9C0B-ADC8D00611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s-ES" dirty="0"/>
              <a:t>Git organiza la información en tres “áreas principales”:</a:t>
            </a:r>
          </a:p>
          <a:p>
            <a:r>
              <a:rPr lang="es-ES" dirty="0"/>
              <a:t>Directorio de trabajo (</a:t>
            </a:r>
            <a:r>
              <a:rPr lang="es-ES" dirty="0" err="1"/>
              <a:t>Working</a:t>
            </a:r>
            <a:r>
              <a:rPr lang="es-ES" dirty="0"/>
              <a:t> </a:t>
            </a:r>
            <a:r>
              <a:rPr lang="es-ES" dirty="0" err="1"/>
              <a:t>Directory</a:t>
            </a:r>
            <a:r>
              <a:rPr lang="es-ES" dirty="0"/>
              <a:t>)</a:t>
            </a:r>
          </a:p>
          <a:p>
            <a:pPr lvl="1"/>
            <a:r>
              <a:rPr lang="es-ES" dirty="0"/>
              <a:t>Es tu carpeta local donde editas </a:t>
            </a:r>
            <a:r>
              <a:rPr lang="es-ES" dirty="0" err="1"/>
              <a:t>archivos.Aquí</a:t>
            </a:r>
            <a:r>
              <a:rPr lang="es-ES" dirty="0"/>
              <a:t> haces cambios normales (crear, editar, borrar).</a:t>
            </a:r>
          </a:p>
          <a:p>
            <a:r>
              <a:rPr lang="es-ES" dirty="0"/>
              <a:t>Área de preparación (</a:t>
            </a:r>
            <a:r>
              <a:rPr lang="es-ES" dirty="0" err="1"/>
              <a:t>Staging</a:t>
            </a:r>
            <a:r>
              <a:rPr lang="es-ES" dirty="0"/>
              <a:t> </a:t>
            </a:r>
            <a:r>
              <a:rPr lang="es-ES" dirty="0" err="1"/>
              <a:t>Area</a:t>
            </a:r>
            <a:r>
              <a:rPr lang="es-ES" dirty="0"/>
              <a:t> / </a:t>
            </a:r>
            <a:r>
              <a:rPr lang="es-ES" dirty="0" err="1"/>
              <a:t>Index</a:t>
            </a:r>
            <a:r>
              <a:rPr lang="es-ES" dirty="0"/>
              <a:t>)</a:t>
            </a:r>
          </a:p>
          <a:p>
            <a:pPr lvl="1"/>
            <a:r>
              <a:rPr lang="es-ES" dirty="0"/>
              <a:t>Es como una “lista de pendientes” de los archivos que quieres incluir en la próxima versión (</a:t>
            </a:r>
            <a:r>
              <a:rPr lang="es-ES" dirty="0" err="1"/>
              <a:t>commit</a:t>
            </a:r>
            <a:r>
              <a:rPr lang="es-ES" dirty="0"/>
              <a:t>).</a:t>
            </a:r>
          </a:p>
          <a:p>
            <a:pPr lvl="1"/>
            <a:r>
              <a:rPr lang="es-ES" dirty="0"/>
              <a:t>Se llena con </a:t>
            </a:r>
            <a:r>
              <a:rPr lang="es-ES" dirty="0" err="1"/>
              <a:t>git</a:t>
            </a:r>
            <a:r>
              <a:rPr lang="es-ES" dirty="0"/>
              <a:t> </a:t>
            </a:r>
            <a:r>
              <a:rPr lang="es-ES" dirty="0" err="1"/>
              <a:t>add</a:t>
            </a:r>
            <a:r>
              <a:rPr lang="es-ES" dirty="0"/>
              <a:t>.</a:t>
            </a:r>
          </a:p>
          <a:p>
            <a:r>
              <a:rPr lang="es-ES" dirty="0"/>
              <a:t>Repositorio (</a:t>
            </a:r>
            <a:r>
              <a:rPr lang="es-ES" dirty="0" err="1"/>
              <a:t>Repository</a:t>
            </a:r>
            <a:r>
              <a:rPr lang="es-ES" dirty="0"/>
              <a:t> / .</a:t>
            </a:r>
            <a:r>
              <a:rPr lang="es-ES" dirty="0" err="1"/>
              <a:t>git</a:t>
            </a:r>
            <a:r>
              <a:rPr lang="es-ES" dirty="0"/>
              <a:t>)</a:t>
            </a:r>
          </a:p>
          <a:p>
            <a:r>
              <a:rPr lang="es-ES" dirty="0"/>
              <a:t>Es la base de datos interna de Git donde se guardan los </a:t>
            </a:r>
            <a:r>
              <a:rPr lang="es-ES" dirty="0" err="1"/>
              <a:t>commits</a:t>
            </a:r>
            <a:r>
              <a:rPr lang="es-ES" dirty="0"/>
              <a:t> (historial de versiones).</a:t>
            </a:r>
          </a:p>
          <a:p>
            <a:pPr lvl="1"/>
            <a:r>
              <a:rPr lang="es-ES" dirty="0"/>
              <a:t>Los envías aquí con </a:t>
            </a:r>
            <a:r>
              <a:rPr lang="es-ES" dirty="0" err="1"/>
              <a:t>git</a:t>
            </a:r>
            <a:r>
              <a:rPr lang="es-ES" dirty="0"/>
              <a:t> </a:t>
            </a:r>
            <a:r>
              <a:rPr lang="es-ES" dirty="0" err="1"/>
              <a:t>commit</a:t>
            </a:r>
            <a:r>
              <a:rPr lang="es-ES" dirty="0"/>
              <a:t>.</a:t>
            </a:r>
            <a:endParaRPr lang="es-MX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14B93B25-92C3-469D-8CB9-CCE2409ADE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0290" y="0"/>
            <a:ext cx="2641709" cy="160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2841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298B51-D434-4ADC-A706-DD75B6700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744290"/>
          </a:xfrm>
        </p:spPr>
        <p:txBody>
          <a:bodyPr/>
          <a:lstStyle/>
          <a:p>
            <a:pPr algn="ctr"/>
            <a:r>
              <a:rPr lang="es-ES" dirty="0"/>
              <a:t>Flujo típico de </a:t>
            </a:r>
            <a:r>
              <a:rPr lang="es-ES" dirty="0" err="1"/>
              <a:t>git</a:t>
            </a:r>
            <a:endParaRPr lang="es-MX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7972E65-766F-438D-93F8-76BD8CA7C2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s-MX" dirty="0"/>
              <a:t>Modificas archivos en tu </a:t>
            </a:r>
            <a:r>
              <a:rPr lang="es-MX" dirty="0" err="1"/>
              <a:t>working</a:t>
            </a:r>
            <a:r>
              <a:rPr lang="es-MX" dirty="0"/>
              <a:t> </a:t>
            </a:r>
            <a:r>
              <a:rPr lang="es-MX" dirty="0" err="1"/>
              <a:t>directory</a:t>
            </a:r>
            <a:r>
              <a:rPr lang="es-MX" dirty="0"/>
              <a:t>.</a:t>
            </a:r>
          </a:p>
          <a:p>
            <a:r>
              <a:rPr lang="es-MX" dirty="0"/>
              <a:t>Los agregas al </a:t>
            </a:r>
            <a:r>
              <a:rPr lang="es-MX" dirty="0" err="1"/>
              <a:t>staging</a:t>
            </a:r>
            <a:r>
              <a:rPr lang="es-MX" dirty="0"/>
              <a:t> con:</a:t>
            </a:r>
          </a:p>
          <a:p>
            <a:pPr lvl="1"/>
            <a:r>
              <a:rPr lang="es-MX" dirty="0" err="1"/>
              <a:t>git</a:t>
            </a:r>
            <a:r>
              <a:rPr lang="es-MX" dirty="0"/>
              <a:t> </a:t>
            </a:r>
            <a:r>
              <a:rPr lang="es-MX" dirty="0" err="1"/>
              <a:t>add</a:t>
            </a:r>
            <a:r>
              <a:rPr lang="es-MX" dirty="0"/>
              <a:t> archivo.txt</a:t>
            </a:r>
          </a:p>
          <a:p>
            <a:r>
              <a:rPr lang="es-MX" dirty="0"/>
              <a:t>Creas un </a:t>
            </a:r>
            <a:r>
              <a:rPr lang="es-MX" dirty="0" err="1"/>
              <a:t>commit</a:t>
            </a:r>
            <a:r>
              <a:rPr lang="es-MX" dirty="0"/>
              <a:t> (guardar versión en el repo local):</a:t>
            </a:r>
          </a:p>
          <a:p>
            <a:pPr lvl="1"/>
            <a:r>
              <a:rPr lang="es-MX" dirty="0" err="1"/>
              <a:t>git</a:t>
            </a:r>
            <a:r>
              <a:rPr lang="es-MX" dirty="0"/>
              <a:t> </a:t>
            </a:r>
            <a:r>
              <a:rPr lang="es-MX" dirty="0" err="1"/>
              <a:t>commit</a:t>
            </a:r>
            <a:r>
              <a:rPr lang="es-MX" dirty="0"/>
              <a:t> -m "Agregué nueva función“</a:t>
            </a:r>
          </a:p>
          <a:p>
            <a:r>
              <a:rPr lang="es-MX" dirty="0"/>
              <a:t>Si trabajas con un servidor remoto (GitHub, </a:t>
            </a:r>
            <a:r>
              <a:rPr lang="es-MX" dirty="0" err="1"/>
              <a:t>GitLab</a:t>
            </a:r>
            <a:r>
              <a:rPr lang="es-MX" dirty="0"/>
              <a:t>, </a:t>
            </a:r>
            <a:r>
              <a:rPr lang="es-MX" dirty="0" err="1"/>
              <a:t>Bitbucket</a:t>
            </a:r>
            <a:r>
              <a:rPr lang="es-MX" dirty="0"/>
              <a:t>), subes tus </a:t>
            </a:r>
            <a:r>
              <a:rPr lang="es-MX" dirty="0" err="1"/>
              <a:t>commits</a:t>
            </a:r>
            <a:r>
              <a:rPr lang="es-MX" dirty="0"/>
              <a:t>:</a:t>
            </a:r>
          </a:p>
          <a:p>
            <a:pPr lvl="1"/>
            <a:r>
              <a:rPr lang="es-MX" dirty="0" err="1"/>
              <a:t>git</a:t>
            </a:r>
            <a:r>
              <a:rPr lang="es-MX" dirty="0"/>
              <a:t> </a:t>
            </a:r>
            <a:r>
              <a:rPr lang="es-MX" dirty="0" err="1"/>
              <a:t>push</a:t>
            </a:r>
            <a:r>
              <a:rPr lang="es-MX" dirty="0"/>
              <a:t> </a:t>
            </a:r>
            <a:r>
              <a:rPr lang="es-MX" dirty="0" err="1"/>
              <a:t>origin</a:t>
            </a:r>
            <a:r>
              <a:rPr lang="es-MX" dirty="0"/>
              <a:t> </a:t>
            </a:r>
            <a:r>
              <a:rPr lang="es-MX" dirty="0" err="1"/>
              <a:t>main</a:t>
            </a:r>
            <a:endParaRPr lang="es-MX" dirty="0"/>
          </a:p>
          <a:p>
            <a:r>
              <a:rPr lang="es-MX" dirty="0"/>
              <a:t>Otros colaboradores pueden traer los cambios:</a:t>
            </a:r>
          </a:p>
          <a:p>
            <a:pPr lvl="1"/>
            <a:r>
              <a:rPr lang="es-MX" dirty="0" err="1"/>
              <a:t>git</a:t>
            </a:r>
            <a:r>
              <a:rPr lang="es-MX" dirty="0"/>
              <a:t> </a:t>
            </a:r>
            <a:r>
              <a:rPr lang="es-MX" dirty="0" err="1"/>
              <a:t>pull</a:t>
            </a:r>
            <a:r>
              <a:rPr lang="es-MX" dirty="0"/>
              <a:t> </a:t>
            </a:r>
            <a:r>
              <a:rPr lang="es-MX" dirty="0" err="1"/>
              <a:t>origin</a:t>
            </a:r>
            <a:r>
              <a:rPr lang="es-MX" dirty="0"/>
              <a:t> </a:t>
            </a:r>
            <a:r>
              <a:rPr lang="es-MX" dirty="0" err="1"/>
              <a:t>main</a:t>
            </a:r>
            <a:endParaRPr lang="es-MX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07ADA2B2-C285-42CB-8489-E96713030F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0290" y="0"/>
            <a:ext cx="2641709" cy="160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96813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FED073-DA25-4E9E-BE77-37E0CFC7BD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dirty="0"/>
              <a:t>Conceptos claves</a:t>
            </a:r>
            <a:endParaRPr lang="es-MX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73B7F88-DAA2-48E3-89AD-B48D5314B4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 err="1"/>
              <a:t>Commit</a:t>
            </a:r>
            <a:r>
              <a:rPr lang="es-ES" dirty="0"/>
              <a:t> → una versión del proyecto en un momento dado.</a:t>
            </a:r>
          </a:p>
          <a:p>
            <a:r>
              <a:rPr lang="es-ES" dirty="0"/>
              <a:t>Branch → una “rama” de desarrollo independiente.</a:t>
            </a:r>
          </a:p>
          <a:p>
            <a:r>
              <a:rPr lang="es-ES" dirty="0" err="1"/>
              <a:t>Merge</a:t>
            </a:r>
            <a:r>
              <a:rPr lang="es-ES" dirty="0"/>
              <a:t> → unir ramas distintas.</a:t>
            </a:r>
          </a:p>
          <a:p>
            <a:r>
              <a:rPr lang="es-ES" dirty="0"/>
              <a:t>Remote → repositorio en la nube (GitHub, </a:t>
            </a:r>
            <a:r>
              <a:rPr lang="es-ES" dirty="0" err="1"/>
              <a:t>GitLab</a:t>
            </a:r>
            <a:r>
              <a:rPr lang="es-ES" dirty="0"/>
              <a:t>, </a:t>
            </a:r>
            <a:r>
              <a:rPr lang="es-ES" dirty="0" err="1"/>
              <a:t>etc</a:t>
            </a:r>
            <a:r>
              <a:rPr lang="es-ES" dirty="0"/>
              <a:t>).</a:t>
            </a:r>
          </a:p>
          <a:p>
            <a:r>
              <a:rPr lang="es-ES" dirty="0"/>
              <a:t>Clone → copiar un repositorio remoto a tu máquina.</a:t>
            </a:r>
            <a:endParaRPr lang="es-MX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3D3AFACA-B62D-4E28-A5D6-C0CF6156EC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0290" y="0"/>
            <a:ext cx="2641709" cy="160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292948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o">
  <a:themeElements>
    <a:clrScheme name="Circuito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o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o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Circuito</Template>
  <TotalTime>10</TotalTime>
  <Words>350</Words>
  <Application>Microsoft Office PowerPoint</Application>
  <PresentationFormat>Panorámica</PresentationFormat>
  <Paragraphs>37</Paragraphs>
  <Slides>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8" baseType="lpstr">
      <vt:lpstr>Arial</vt:lpstr>
      <vt:lpstr>Tw Cen MT</vt:lpstr>
      <vt:lpstr>Circuito</vt:lpstr>
      <vt:lpstr>Git</vt:lpstr>
      <vt:lpstr>Git</vt:lpstr>
      <vt:lpstr>¿Cómo funciona git?</vt:lpstr>
      <vt:lpstr>Flujo típico de git</vt:lpstr>
      <vt:lpstr>Conceptos claves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Git</dc:title>
  <dc:creator>Carlos Uriel de Jesus Sanchez Gonzalez</dc:creator>
  <cp:lastModifiedBy>Carlos Uriel de Jesus Sanchez Gonzalez</cp:lastModifiedBy>
  <cp:revision>2</cp:revision>
  <dcterms:created xsi:type="dcterms:W3CDTF">2025-09-24T21:56:26Z</dcterms:created>
  <dcterms:modified xsi:type="dcterms:W3CDTF">2025-09-24T22:07:12Z</dcterms:modified>
</cp:coreProperties>
</file>