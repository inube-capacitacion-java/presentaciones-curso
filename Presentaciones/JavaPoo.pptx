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58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B83718F-4A4C-4B33-96F0-D1E301A61607}" type="datetimeFigureOut">
              <a:rPr lang="es-MX" smtClean="0"/>
              <a:t>30/09/2025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6942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30/09/2025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48208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30/09/2025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5031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30/09/2025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1159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30/09/2025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8189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30/09/2025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0685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30/09/2025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4456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30/09/2025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0965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30/09/2025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3870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30/09/2025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0366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30/09/2025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0021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30/09/2025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000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30/09/2025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9492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30/09/2025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17705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30/09/2025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97060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30/09/2025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85710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30/09/2025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41189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3718F-4A4C-4B33-96F0-D1E301A61607}" type="datetimeFigureOut">
              <a:rPr lang="es-MX" smtClean="0"/>
              <a:t>30/09/2025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55946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0B5472-58AD-47BD-B850-3953CE4E5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864699"/>
          </a:xfrm>
        </p:spPr>
        <p:txBody>
          <a:bodyPr/>
          <a:lstStyle/>
          <a:p>
            <a:pPr algn="ctr"/>
            <a:r>
              <a:rPr lang="es-ES" dirty="0"/>
              <a:t>Bucles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DDE30-671F-4BFF-8DCB-FE0EE12FE5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>
                <a:solidFill>
                  <a:schemeClr val="tx1"/>
                </a:solidFill>
              </a:rPr>
              <a:t>Instructor</a:t>
            </a:r>
          </a:p>
          <a:p>
            <a:r>
              <a:rPr lang="es-ES" dirty="0">
                <a:solidFill>
                  <a:schemeClr val="tx1"/>
                </a:solidFill>
              </a:rPr>
              <a:t>I.S.C. E.T.W. M.T.W. Carlos Uriel de Jesús Sánchez González</a:t>
            </a:r>
          </a:p>
          <a:p>
            <a:r>
              <a:rPr lang="es-MX" dirty="0">
                <a:solidFill>
                  <a:schemeClr val="tx1"/>
                </a:solidFill>
              </a:rPr>
              <a:t>https://www.linkedin.com/in/carlos-uriel-de-jesus-sanchez-gonzalez-8920a1372/</a:t>
            </a:r>
          </a:p>
          <a:p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D931004-3A2D-4BF0-93EC-4C01E4149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800" y="-5736"/>
            <a:ext cx="1800200" cy="109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183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238987-58C5-48FB-A501-F5C4C59B5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ES" dirty="0" err="1"/>
              <a:t>While</a:t>
            </a:r>
            <a:br>
              <a:rPr lang="es-ES" dirty="0"/>
            </a:br>
            <a:r>
              <a:rPr lang="es-ES" dirty="0"/>
              <a:t>Ejecuta el bloque mientras la condición sea verdadera.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C4E832-4EAF-494E-B2B3-1AFFD39C3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724" y="2249487"/>
            <a:ext cx="10273688" cy="3541714"/>
          </a:xfrm>
        </p:spPr>
        <p:txBody>
          <a:bodyPr/>
          <a:lstStyle/>
          <a:p>
            <a:pPr marL="0" indent="0">
              <a:buNone/>
            </a:pPr>
            <a:r>
              <a:rPr lang="es-MX" dirty="0" err="1"/>
              <a:t>int</a:t>
            </a:r>
            <a:r>
              <a:rPr lang="es-MX" dirty="0"/>
              <a:t> contador = 1;</a:t>
            </a:r>
          </a:p>
          <a:p>
            <a:pPr marL="0" indent="0">
              <a:buNone/>
            </a:pPr>
            <a:r>
              <a:rPr lang="es-MX" dirty="0"/>
              <a:t>	</a:t>
            </a:r>
            <a:r>
              <a:rPr lang="es-MX" dirty="0" err="1"/>
              <a:t>while</a:t>
            </a:r>
            <a:r>
              <a:rPr lang="es-MX" dirty="0"/>
              <a:t> (contador &lt;= 5) {</a:t>
            </a:r>
          </a:p>
          <a:p>
            <a:pPr marL="0" indent="0">
              <a:buNone/>
            </a:pPr>
            <a:r>
              <a:rPr lang="es-MX" dirty="0"/>
              <a:t>		</a:t>
            </a:r>
            <a:r>
              <a:rPr lang="es-MX" dirty="0" err="1"/>
              <a:t>System.out.println</a:t>
            </a:r>
            <a:r>
              <a:rPr lang="es-MX" dirty="0"/>
              <a:t>("Contador: " + contador);</a:t>
            </a:r>
          </a:p>
          <a:p>
            <a:pPr marL="0" indent="0">
              <a:buNone/>
            </a:pPr>
            <a:r>
              <a:rPr lang="es-MX" dirty="0"/>
              <a:t>		contador++; // importante incrementar para evitar bucle infinito</a:t>
            </a:r>
          </a:p>
          <a:p>
            <a:pPr marL="0" indent="0">
              <a:buNone/>
            </a:pPr>
            <a:r>
              <a:rPr lang="es-MX" dirty="0"/>
              <a:t>	}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14A8712-AC46-4967-AF4C-C8E706C2BA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800" y="-5736"/>
            <a:ext cx="1800200" cy="109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12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A5697C-25A5-4864-8D92-AC1D3280F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ES" dirty="0"/>
              <a:t>do-</a:t>
            </a:r>
            <a:r>
              <a:rPr lang="es-ES" dirty="0" err="1"/>
              <a:t>while</a:t>
            </a:r>
            <a:br>
              <a:rPr lang="es-ES" dirty="0"/>
            </a:br>
            <a:r>
              <a:rPr lang="es-ES" dirty="0"/>
              <a:t>Se ejecuta al menos una vez, y luego repite mientras la condición sea verdadera.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A7349D-6D59-432E-9D62-BF2915171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 err="1"/>
              <a:t>int</a:t>
            </a:r>
            <a:r>
              <a:rPr lang="es-MX" dirty="0"/>
              <a:t> numero = 1;</a:t>
            </a:r>
          </a:p>
          <a:p>
            <a:pPr marL="0" indent="0">
              <a:buNone/>
            </a:pPr>
            <a:r>
              <a:rPr lang="es-MX" dirty="0"/>
              <a:t>	do {</a:t>
            </a:r>
          </a:p>
          <a:p>
            <a:pPr marL="0" indent="0">
              <a:buNone/>
            </a:pPr>
            <a:r>
              <a:rPr lang="es-MX" dirty="0"/>
              <a:t>		</a:t>
            </a:r>
            <a:r>
              <a:rPr lang="es-MX" dirty="0" err="1"/>
              <a:t>System.out.println</a:t>
            </a:r>
            <a:r>
              <a:rPr lang="es-MX" dirty="0"/>
              <a:t>("Número: " + numero);</a:t>
            </a:r>
          </a:p>
          <a:p>
            <a:pPr marL="0" indent="0">
              <a:buNone/>
            </a:pPr>
            <a:r>
              <a:rPr lang="es-MX" dirty="0"/>
              <a:t>		numero++;</a:t>
            </a:r>
          </a:p>
          <a:p>
            <a:pPr marL="0" indent="0">
              <a:buNone/>
            </a:pPr>
            <a:r>
              <a:rPr lang="es-MX" dirty="0"/>
              <a:t>	} </a:t>
            </a:r>
            <a:r>
              <a:rPr lang="es-MX" dirty="0" err="1"/>
              <a:t>while</a:t>
            </a:r>
            <a:r>
              <a:rPr lang="es-MX" dirty="0"/>
              <a:t> (numero &lt;= 5);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4B9DBC9-370F-4AD8-ABB1-E18FD1F33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800" y="-5736"/>
            <a:ext cx="1800200" cy="109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02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69DFC-B1D0-448C-AB4E-AD973C7C1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ES" dirty="0" err="1"/>
              <a:t>for</a:t>
            </a:r>
            <a:r>
              <a:rPr lang="es-ES" dirty="0"/>
              <a:t> clásico</a:t>
            </a:r>
            <a:br>
              <a:rPr lang="es-ES" dirty="0"/>
            </a:br>
            <a:r>
              <a:rPr lang="es-ES" dirty="0"/>
              <a:t>Ideal cuando sabes cuántas veces quieres repetir.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1E03EA-FD37-4A60-AF53-EDC948AE8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n-NO" dirty="0"/>
              <a:t>for (int i = 1; i &lt;= 5; i++) {</a:t>
            </a:r>
          </a:p>
          <a:p>
            <a:pPr marL="0" indent="0">
              <a:buNone/>
            </a:pPr>
            <a:r>
              <a:rPr lang="nn-NO" dirty="0"/>
              <a:t>	System.out.println("Iteración: " + i);</a:t>
            </a:r>
          </a:p>
          <a:p>
            <a:pPr marL="0" indent="0">
              <a:buNone/>
            </a:pPr>
            <a:r>
              <a:rPr lang="nn-NO" dirty="0"/>
              <a:t>}</a:t>
            </a: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4CD79A2-4E7F-4320-81B0-2063C584C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800" y="-5736"/>
            <a:ext cx="1800200" cy="109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826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88E33E-47DD-4C2D-9889-D951CF331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MX" dirty="0" err="1"/>
              <a:t>for-each</a:t>
            </a:r>
            <a:r>
              <a:rPr lang="es-MX" dirty="0"/>
              <a:t> (</a:t>
            </a:r>
            <a:r>
              <a:rPr lang="es-MX" dirty="0" err="1"/>
              <a:t>enhanced</a:t>
            </a:r>
            <a:r>
              <a:rPr lang="es-MX" dirty="0"/>
              <a:t> </a:t>
            </a:r>
            <a:r>
              <a:rPr lang="es-MX" dirty="0" err="1"/>
              <a:t>for</a:t>
            </a:r>
            <a:r>
              <a:rPr lang="es-MX" dirty="0"/>
              <a:t>)</a:t>
            </a:r>
            <a:br>
              <a:rPr lang="es-MX" dirty="0"/>
            </a:br>
            <a:r>
              <a:rPr lang="es-MX" dirty="0"/>
              <a:t>Se usa para recorrer colecciones o arreglos de forma sencilla.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9E573B-DDA3-4943-BAD1-44FEEF771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 err="1"/>
              <a:t>String</a:t>
            </a:r>
            <a:r>
              <a:rPr lang="es-MX" dirty="0"/>
              <a:t>[] frutas = {"Manzana", "Banana", "Naranja"};</a:t>
            </a:r>
          </a:p>
          <a:p>
            <a:pPr marL="0" indent="0">
              <a:buNone/>
            </a:pPr>
            <a:r>
              <a:rPr lang="es-MX" dirty="0" err="1"/>
              <a:t>for</a:t>
            </a:r>
            <a:r>
              <a:rPr lang="es-MX" dirty="0"/>
              <a:t> (</a:t>
            </a:r>
            <a:r>
              <a:rPr lang="es-MX" dirty="0" err="1"/>
              <a:t>String</a:t>
            </a:r>
            <a:r>
              <a:rPr lang="es-MX" dirty="0"/>
              <a:t> fruta : frutas) {</a:t>
            </a:r>
          </a:p>
          <a:p>
            <a:pPr marL="0" indent="0">
              <a:buNone/>
            </a:pPr>
            <a:r>
              <a:rPr lang="es-MX" dirty="0"/>
              <a:t>	</a:t>
            </a:r>
            <a:r>
              <a:rPr lang="es-MX" dirty="0" err="1"/>
              <a:t>System.out.println</a:t>
            </a:r>
            <a:r>
              <a:rPr lang="es-MX" dirty="0"/>
              <a:t>("Fruta: " + fruta);</a:t>
            </a:r>
          </a:p>
          <a:p>
            <a:pPr marL="0" indent="0">
              <a:buNone/>
            </a:pPr>
            <a:r>
              <a:rPr lang="es-MX" dirty="0"/>
              <a:t>}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4B7DA7C-0951-4603-89CD-CBEFB9A9D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800" y="-5736"/>
            <a:ext cx="1800200" cy="109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52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7524AF-61E5-47C2-ADAD-4C344A520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MX" dirty="0" err="1"/>
              <a:t>Stream</a:t>
            </a:r>
            <a:r>
              <a:rPr lang="es-MX" dirty="0"/>
              <a:t> (desde Java 8)</a:t>
            </a:r>
            <a:br>
              <a:rPr lang="es-MX" dirty="0"/>
            </a:br>
            <a:r>
              <a:rPr lang="es-MX" dirty="0"/>
              <a:t>Forma funcional y declarativa de recorrer colecciones.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BEFEFA-B797-4B77-A168-8CE7D3C08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MX" dirty="0" err="1"/>
              <a:t>List</a:t>
            </a:r>
            <a:r>
              <a:rPr lang="es-MX" dirty="0"/>
              <a:t>&lt;</a:t>
            </a:r>
            <a:r>
              <a:rPr lang="es-MX" dirty="0" err="1"/>
              <a:t>String</a:t>
            </a:r>
            <a:r>
              <a:rPr lang="es-MX" dirty="0"/>
              <a:t>&gt; nombres = </a:t>
            </a:r>
            <a:r>
              <a:rPr lang="es-MX" dirty="0" err="1"/>
              <a:t>List.of</a:t>
            </a:r>
            <a:r>
              <a:rPr lang="es-MX" dirty="0"/>
              <a:t>("Ana", "Pedro", "Luis", "</a:t>
            </a:r>
            <a:r>
              <a:rPr lang="es-MX" dirty="0" err="1"/>
              <a:t>Maria</a:t>
            </a:r>
            <a:r>
              <a:rPr lang="es-MX" dirty="0"/>
              <a:t>");</a:t>
            </a:r>
          </a:p>
          <a:p>
            <a:pPr marL="0" indent="0">
              <a:buNone/>
            </a:pPr>
            <a:r>
              <a:rPr lang="es-MX" dirty="0"/>
              <a:t>// </a:t>
            </a:r>
            <a:r>
              <a:rPr lang="es-MX" dirty="0" err="1"/>
              <a:t>forEach</a:t>
            </a:r>
            <a:r>
              <a:rPr lang="es-MX" dirty="0"/>
              <a:t> con lambda</a:t>
            </a:r>
          </a:p>
          <a:p>
            <a:pPr marL="0" indent="0">
              <a:buNone/>
            </a:pPr>
            <a:r>
              <a:rPr lang="es-MX" dirty="0" err="1"/>
              <a:t>nombres.stream</a:t>
            </a:r>
            <a:r>
              <a:rPr lang="es-MX" dirty="0"/>
              <a:t>()</a:t>
            </a:r>
          </a:p>
          <a:p>
            <a:pPr marL="0" indent="0">
              <a:buNone/>
            </a:pPr>
            <a:r>
              <a:rPr lang="es-MX" dirty="0"/>
              <a:t>	.</a:t>
            </a:r>
            <a:r>
              <a:rPr lang="es-MX" dirty="0" err="1"/>
              <a:t>forEach</a:t>
            </a:r>
            <a:r>
              <a:rPr lang="es-MX" dirty="0"/>
              <a:t>(nombre -&gt; </a:t>
            </a:r>
            <a:r>
              <a:rPr lang="es-MX" dirty="0" err="1"/>
              <a:t>System.out.println</a:t>
            </a:r>
            <a:r>
              <a:rPr lang="es-MX" dirty="0"/>
              <a:t>("Nombre: " + nombre));</a:t>
            </a:r>
          </a:p>
          <a:p>
            <a:pPr marL="0" indent="0">
              <a:buNone/>
            </a:pPr>
            <a:r>
              <a:rPr lang="es-MX" dirty="0"/>
              <a:t>// Filtrar y recorrer</a:t>
            </a:r>
          </a:p>
          <a:p>
            <a:pPr marL="0" indent="0">
              <a:buNone/>
            </a:pPr>
            <a:r>
              <a:rPr lang="es-MX" dirty="0" err="1"/>
              <a:t>System.out.println</a:t>
            </a:r>
            <a:r>
              <a:rPr lang="es-MX" dirty="0"/>
              <a:t>("\</a:t>
            </a:r>
            <a:r>
              <a:rPr lang="es-MX" dirty="0" err="1"/>
              <a:t>nNombres</a:t>
            </a:r>
            <a:r>
              <a:rPr lang="es-MX" dirty="0"/>
              <a:t> con más de 3 letras:");</a:t>
            </a:r>
          </a:p>
          <a:p>
            <a:pPr marL="0" indent="0">
              <a:buNone/>
            </a:pPr>
            <a:r>
              <a:rPr lang="es-MX" dirty="0" err="1"/>
              <a:t>nombres.stream</a:t>
            </a:r>
            <a:r>
              <a:rPr lang="es-MX" dirty="0"/>
              <a:t>()</a:t>
            </a:r>
          </a:p>
          <a:p>
            <a:pPr marL="0" indent="0">
              <a:buNone/>
            </a:pPr>
            <a:r>
              <a:rPr lang="es-MX" dirty="0"/>
              <a:t>	.</a:t>
            </a:r>
            <a:r>
              <a:rPr lang="es-MX" dirty="0" err="1"/>
              <a:t>filter</a:t>
            </a:r>
            <a:r>
              <a:rPr lang="es-MX" dirty="0"/>
              <a:t>(n -&gt; </a:t>
            </a:r>
            <a:r>
              <a:rPr lang="es-MX" dirty="0" err="1"/>
              <a:t>n.length</a:t>
            </a:r>
            <a:r>
              <a:rPr lang="es-MX" dirty="0"/>
              <a:t>() &gt; 3)</a:t>
            </a:r>
          </a:p>
          <a:p>
            <a:pPr marL="0" indent="0">
              <a:buNone/>
            </a:pPr>
            <a:r>
              <a:rPr lang="es-MX" dirty="0"/>
              <a:t>	.</a:t>
            </a:r>
            <a:r>
              <a:rPr lang="es-MX" dirty="0" err="1"/>
              <a:t>forEach</a:t>
            </a:r>
            <a:r>
              <a:rPr lang="es-MX" dirty="0"/>
              <a:t>(</a:t>
            </a:r>
            <a:r>
              <a:rPr lang="es-MX" dirty="0" err="1"/>
              <a:t>System.out</a:t>
            </a:r>
            <a:r>
              <a:rPr lang="es-MX" dirty="0"/>
              <a:t>::</a:t>
            </a:r>
            <a:r>
              <a:rPr lang="es-MX" dirty="0" err="1"/>
              <a:t>println</a:t>
            </a:r>
            <a:r>
              <a:rPr lang="es-MX" dirty="0"/>
              <a:t>);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1358DE1-79BA-452F-ABB1-CCD0C7B112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800" y="-5736"/>
            <a:ext cx="1800200" cy="109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232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9C5F64-7499-4FA0-8D06-C57FD438A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Buenas prácticas con bucles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BFDC5A-8168-4542-9EB9-637DF0357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56821"/>
          </a:xfrm>
        </p:spPr>
        <p:txBody>
          <a:bodyPr>
            <a:normAutofit lnSpcReduction="10000"/>
          </a:bodyPr>
          <a:lstStyle/>
          <a:p>
            <a:r>
              <a:rPr lang="es-ES" dirty="0"/>
              <a:t>✅ Usa </a:t>
            </a:r>
            <a:r>
              <a:rPr lang="es-ES" dirty="0" err="1"/>
              <a:t>for-each</a:t>
            </a:r>
            <a:r>
              <a:rPr lang="es-ES" dirty="0"/>
              <a:t> cuando solo necesitas recorrer la colección, sin índices.</a:t>
            </a:r>
          </a:p>
          <a:p>
            <a:r>
              <a:rPr lang="es-ES" dirty="0"/>
              <a:t>✅ Usa </a:t>
            </a:r>
            <a:r>
              <a:rPr lang="es-ES" dirty="0" err="1"/>
              <a:t>while</a:t>
            </a:r>
            <a:r>
              <a:rPr lang="es-ES" dirty="0"/>
              <a:t> o do-</a:t>
            </a:r>
            <a:r>
              <a:rPr lang="es-ES" dirty="0" err="1"/>
              <a:t>while</a:t>
            </a:r>
            <a:r>
              <a:rPr lang="es-ES" dirty="0"/>
              <a:t> si no sabes cuántas iteraciones habrá (ejemplo: leer hasta que el usuario escriba "salir").</a:t>
            </a:r>
          </a:p>
          <a:p>
            <a:r>
              <a:rPr lang="es-ES" dirty="0"/>
              <a:t>✅ Evita bucles infinitos asegurándote de actualizar la condición dentro del ciclo.</a:t>
            </a:r>
          </a:p>
          <a:p>
            <a:r>
              <a:rPr lang="es-ES" dirty="0"/>
              <a:t>✅ Prefiere </a:t>
            </a:r>
            <a:r>
              <a:rPr lang="es-ES" dirty="0" err="1"/>
              <a:t>Streams</a:t>
            </a:r>
            <a:r>
              <a:rPr lang="es-ES" dirty="0"/>
              <a:t> cuando necesites operaciones de filtrado, mapeo o transformaciones en colecciones.</a:t>
            </a:r>
          </a:p>
          <a:p>
            <a:r>
              <a:rPr lang="es-ES" dirty="0"/>
              <a:t>✅ No mezcles demasiada lógica dentro del bucle → extrae a métodos si es necesario.</a:t>
            </a: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0E54877-F67C-4BB0-8066-E29E47182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800" y="-5736"/>
            <a:ext cx="1800200" cy="109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4005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6</TotalTime>
  <Words>422</Words>
  <Application>Microsoft Office PowerPoint</Application>
  <PresentationFormat>Panorámica</PresentationFormat>
  <Paragraphs>41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Tw Cen MT</vt:lpstr>
      <vt:lpstr>Circuito</vt:lpstr>
      <vt:lpstr>Bucles</vt:lpstr>
      <vt:lpstr>While Ejecuta el bloque mientras la condición sea verdadera.</vt:lpstr>
      <vt:lpstr>do-while Se ejecuta al menos una vez, y luego repite mientras la condición sea verdadera.</vt:lpstr>
      <vt:lpstr>for clásico Ideal cuando sabes cuántas veces quieres repetir.</vt:lpstr>
      <vt:lpstr>for-each (enhanced for) Se usa para recorrer colecciones o arreglos de forma sencilla.</vt:lpstr>
      <vt:lpstr>Stream (desde Java 8) Forma funcional y declarativa de recorrer colecciones.</vt:lpstr>
      <vt:lpstr>Buenas prácticas con bucles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Bucles</dc:title>
  <dc:creator>Carlos Uriel de Jesus Sanchez Gonzalez</dc:creator>
  <cp:lastModifiedBy>Carlos Uriel de Jesus Sanchez Gonzalez</cp:lastModifiedBy>
  <cp:revision>1</cp:revision>
  <dcterms:created xsi:type="dcterms:W3CDTF">2025-10-01T05:48:07Z</dcterms:created>
  <dcterms:modified xsi:type="dcterms:W3CDTF">2025-10-01T05:54:56Z</dcterms:modified>
</cp:coreProperties>
</file>