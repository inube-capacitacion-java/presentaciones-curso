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58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7315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5818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3732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195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16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1268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9905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2415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5172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2495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0318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568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537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9070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4245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8391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48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8375D-2B9A-42E8-9130-390C0B102173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5953D-019B-4105-B34B-2A2055C16C5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99106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7D018-6C9C-4A81-B3B8-09DFF143C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803152"/>
          </a:xfrm>
        </p:spPr>
        <p:txBody>
          <a:bodyPr/>
          <a:lstStyle/>
          <a:p>
            <a:pPr algn="ctr"/>
            <a:r>
              <a:rPr lang="es-ES" dirty="0" err="1"/>
              <a:t>docker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3DAC86-D3F2-4616-9834-A29A41D99A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Instructor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I.S.C. E.T.W. M.T.W. Carlos Uriel de Jesús Sánchez González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https://www.linkedin.com/in/carlos-uriel-de-jesus-sanchez-gonzalez-8920a1372/</a:t>
            </a:r>
          </a:p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E30C57-E3D0-4C07-9639-6F1877E55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290" y="0"/>
            <a:ext cx="264170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61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1D1E2-BBBF-4D5C-83E6-C1037957A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70667"/>
          </a:xfrm>
        </p:spPr>
        <p:txBody>
          <a:bodyPr/>
          <a:lstStyle/>
          <a:p>
            <a:pPr algn="ctr"/>
            <a:r>
              <a:rPr lang="es-MX" dirty="0"/>
              <a:t>¿Qué es Docker?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849BAE-6133-427D-AB5A-78F7253CC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89185"/>
            <a:ext cx="9905999" cy="4402016"/>
          </a:xfrm>
        </p:spPr>
        <p:txBody>
          <a:bodyPr>
            <a:normAutofit/>
          </a:bodyPr>
          <a:lstStyle/>
          <a:p>
            <a:r>
              <a:rPr lang="es-ES" dirty="0"/>
              <a:t>Docker es una plataforma que permite crear, ejecutar y gestionar contenedores.</a:t>
            </a:r>
          </a:p>
          <a:p>
            <a:r>
              <a:rPr lang="es-ES" dirty="0"/>
              <a:t>Un contenedor es como una “cajita” que contiene:</a:t>
            </a:r>
          </a:p>
          <a:p>
            <a:pPr lvl="1"/>
            <a:r>
              <a:rPr lang="es-ES" dirty="0"/>
              <a:t>tu aplicación,</a:t>
            </a:r>
          </a:p>
          <a:p>
            <a:pPr lvl="1"/>
            <a:r>
              <a:rPr lang="es-ES" dirty="0"/>
              <a:t>más todas sus dependencias,</a:t>
            </a:r>
          </a:p>
          <a:p>
            <a:pPr lvl="1"/>
            <a:r>
              <a:rPr lang="es-ES" dirty="0"/>
              <a:t>pero sin incluir un sistema operativo completo (a diferencia de una máquina virtual).</a:t>
            </a:r>
          </a:p>
          <a:p>
            <a:r>
              <a:rPr lang="es-ES" dirty="0"/>
              <a:t>👉 Así, tu aplicación corre igual en cualquier lugar (tu laptop, un servidor, la nube), sin importar el sistema operativo o las librerías instaladas afuera.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A2060F-BA94-43D9-9CE6-80077F1C6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290" y="0"/>
            <a:ext cx="264170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55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6F805-3F72-43CC-B007-7D57B333E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38782"/>
          </a:xfrm>
        </p:spPr>
        <p:txBody>
          <a:bodyPr/>
          <a:lstStyle/>
          <a:p>
            <a:pPr algn="ctr"/>
            <a:r>
              <a:rPr lang="es-MX" dirty="0"/>
              <a:t>¿Cómo funciona Docker?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E8B507-8DE1-43D7-B500-B5F3792BB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57300"/>
            <a:ext cx="9905999" cy="5292969"/>
          </a:xfrm>
        </p:spPr>
        <p:txBody>
          <a:bodyPr>
            <a:normAutofit lnSpcReduction="10000"/>
          </a:bodyPr>
          <a:lstStyle/>
          <a:p>
            <a:r>
              <a:rPr lang="es-MX" dirty="0"/>
              <a:t>Docker se basa en 2 conceptos principales:</a:t>
            </a:r>
          </a:p>
          <a:p>
            <a:r>
              <a:rPr lang="es-MX" dirty="0"/>
              <a:t>1. Imágenes (</a:t>
            </a:r>
            <a:r>
              <a:rPr lang="es-MX" dirty="0" err="1"/>
              <a:t>Images</a:t>
            </a:r>
            <a:r>
              <a:rPr lang="es-MX" dirty="0"/>
              <a:t>)</a:t>
            </a:r>
          </a:p>
          <a:p>
            <a:pPr lvl="1"/>
            <a:r>
              <a:rPr lang="es-MX" dirty="0"/>
              <a:t>Son “plantillas de solo lectura” (ejemplo: </a:t>
            </a:r>
            <a:r>
              <a:rPr lang="es-MX" dirty="0" err="1"/>
              <a:t>ubuntu</a:t>
            </a:r>
            <a:r>
              <a:rPr lang="es-MX" dirty="0"/>
              <a:t>, </a:t>
            </a:r>
            <a:r>
              <a:rPr lang="es-MX" dirty="0" err="1"/>
              <a:t>mysql</a:t>
            </a:r>
            <a:r>
              <a:rPr lang="es-MX" dirty="0"/>
              <a:t>, node:18).</a:t>
            </a:r>
          </a:p>
          <a:p>
            <a:pPr lvl="1"/>
            <a:r>
              <a:rPr lang="es-MX" dirty="0"/>
              <a:t>Contienen el sistema base + dependencias necesarias.</a:t>
            </a:r>
          </a:p>
          <a:p>
            <a:pPr lvl="1"/>
            <a:r>
              <a:rPr lang="es-MX" dirty="0"/>
              <a:t>Se crean a partir de un </a:t>
            </a:r>
            <a:r>
              <a:rPr lang="es-MX" dirty="0" err="1"/>
              <a:t>Dockerfile</a:t>
            </a:r>
            <a:r>
              <a:rPr lang="es-MX" dirty="0"/>
              <a:t>.</a:t>
            </a:r>
          </a:p>
          <a:p>
            <a:r>
              <a:rPr lang="es-MX" dirty="0"/>
              <a:t>Ejemplo de </a:t>
            </a:r>
            <a:r>
              <a:rPr lang="es-MX" dirty="0" err="1"/>
              <a:t>Dockerfile</a:t>
            </a:r>
            <a:r>
              <a:rPr lang="es-MX" dirty="0"/>
              <a:t>:</a:t>
            </a:r>
          </a:p>
          <a:p>
            <a:pPr lvl="1"/>
            <a:r>
              <a:rPr lang="es-MX" dirty="0"/>
              <a:t>FROM node:18</a:t>
            </a:r>
          </a:p>
          <a:p>
            <a:pPr lvl="1"/>
            <a:r>
              <a:rPr lang="es-MX" dirty="0"/>
              <a:t>WORKDIR /app</a:t>
            </a:r>
          </a:p>
          <a:p>
            <a:pPr lvl="1"/>
            <a:r>
              <a:rPr lang="es-MX" dirty="0"/>
              <a:t>COPY </a:t>
            </a:r>
            <a:r>
              <a:rPr lang="es-MX" dirty="0" err="1"/>
              <a:t>package</a:t>
            </a:r>
            <a:r>
              <a:rPr lang="es-MX" dirty="0"/>
              <a:t>*.</a:t>
            </a:r>
            <a:r>
              <a:rPr lang="es-MX" dirty="0" err="1"/>
              <a:t>json</a:t>
            </a:r>
            <a:r>
              <a:rPr lang="es-MX" dirty="0"/>
              <a:t> .</a:t>
            </a:r>
          </a:p>
          <a:p>
            <a:pPr lvl="1"/>
            <a:r>
              <a:rPr lang="es-MX" dirty="0"/>
              <a:t>RUN </a:t>
            </a:r>
            <a:r>
              <a:rPr lang="es-MX" dirty="0" err="1"/>
              <a:t>npm</a:t>
            </a:r>
            <a:r>
              <a:rPr lang="es-MX" dirty="0"/>
              <a:t> </a:t>
            </a:r>
            <a:r>
              <a:rPr lang="es-MX" dirty="0" err="1"/>
              <a:t>install</a:t>
            </a:r>
            <a:endParaRPr lang="es-MX" dirty="0"/>
          </a:p>
          <a:p>
            <a:pPr lvl="1"/>
            <a:r>
              <a:rPr lang="es-MX" dirty="0"/>
              <a:t>COPY . .</a:t>
            </a:r>
          </a:p>
          <a:p>
            <a:pPr lvl="1"/>
            <a:r>
              <a:rPr lang="es-MX" dirty="0"/>
              <a:t>CMD ["</a:t>
            </a:r>
            <a:r>
              <a:rPr lang="es-MX" dirty="0" err="1"/>
              <a:t>npm</a:t>
            </a:r>
            <a:r>
              <a:rPr lang="es-MX" dirty="0"/>
              <a:t>", "</a:t>
            </a:r>
            <a:r>
              <a:rPr lang="es-MX" dirty="0" err="1"/>
              <a:t>start</a:t>
            </a:r>
            <a:r>
              <a:rPr lang="es-MX" dirty="0"/>
              <a:t>"]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1A1C93-3EFE-4C63-96E3-6B1CA0BCD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290" y="0"/>
            <a:ext cx="264170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746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B86CA-294C-45B7-9150-617E00E2F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86028"/>
          </a:xfrm>
        </p:spPr>
        <p:txBody>
          <a:bodyPr/>
          <a:lstStyle/>
          <a:p>
            <a:pPr algn="ctr"/>
            <a:r>
              <a:rPr lang="es-MX" dirty="0"/>
              <a:t>¿Cómo funciona Docker?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E3D832-3EDA-4935-9A5C-7F10FE2D5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1938"/>
            <a:ext cx="9905999" cy="4976447"/>
          </a:xfrm>
        </p:spPr>
        <p:txBody>
          <a:bodyPr>
            <a:normAutofit/>
          </a:bodyPr>
          <a:lstStyle/>
          <a:p>
            <a:r>
              <a:rPr lang="es-ES" dirty="0"/>
              <a:t>2. Contenedores (</a:t>
            </a:r>
            <a:r>
              <a:rPr lang="es-ES" dirty="0" err="1"/>
              <a:t>Containers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Son instancias en ejecución de una imagen.</a:t>
            </a:r>
          </a:p>
          <a:p>
            <a:pPr lvl="1"/>
            <a:r>
              <a:rPr lang="es-ES" dirty="0"/>
              <a:t>Ligeros y rápidos (usan el </a:t>
            </a:r>
            <a:r>
              <a:rPr lang="es-ES" dirty="0" err="1"/>
              <a:t>kernel</a:t>
            </a:r>
            <a:r>
              <a:rPr lang="es-ES" dirty="0"/>
              <a:t> del host, no arrancan un SO completo como una VM).</a:t>
            </a:r>
          </a:p>
          <a:p>
            <a:pPr lvl="1"/>
            <a:r>
              <a:rPr lang="es-ES" dirty="0"/>
              <a:t>Puedes correr muchos contenedores en paralelo sin que choquen.</a:t>
            </a:r>
          </a:p>
          <a:p>
            <a:r>
              <a:rPr lang="es-ES" dirty="0"/>
              <a:t>Ejemplo:</a:t>
            </a:r>
          </a:p>
          <a:p>
            <a:pPr lvl="1"/>
            <a:r>
              <a:rPr lang="es-ES" dirty="0"/>
              <a:t># Crear y correr un contenedor de </a:t>
            </a:r>
            <a:r>
              <a:rPr lang="es-ES" dirty="0" err="1"/>
              <a:t>Nginx</a:t>
            </a:r>
            <a:endParaRPr lang="es-ES" dirty="0"/>
          </a:p>
          <a:p>
            <a:pPr lvl="1"/>
            <a:r>
              <a:rPr lang="es-ES" dirty="0" err="1"/>
              <a:t>docker</a:t>
            </a:r>
            <a:r>
              <a:rPr lang="es-ES" dirty="0"/>
              <a:t> run -d -p 8080:80 </a:t>
            </a:r>
            <a:r>
              <a:rPr lang="es-ES" dirty="0" err="1"/>
              <a:t>nginx</a:t>
            </a:r>
            <a:endParaRPr lang="es-ES" dirty="0"/>
          </a:p>
          <a:p>
            <a:r>
              <a:rPr lang="es-ES" dirty="0"/>
              <a:t>Esto levanta un servidor web </a:t>
            </a:r>
            <a:r>
              <a:rPr lang="es-ES" dirty="0" err="1"/>
              <a:t>Nginx</a:t>
            </a:r>
            <a:r>
              <a:rPr lang="es-ES" dirty="0"/>
              <a:t> en http://localhost:8080.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90F874A-CA5C-49D8-B14C-E515CA741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290" y="0"/>
            <a:ext cx="264170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862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ABFC35-1254-4294-B7B0-F6153C35C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82744"/>
          </a:xfrm>
        </p:spPr>
        <p:txBody>
          <a:bodyPr/>
          <a:lstStyle/>
          <a:p>
            <a:pPr algn="ctr"/>
            <a:r>
              <a:rPr lang="es-MX" dirty="0"/>
              <a:t>Arquitectura de Docker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1A0C4A-E1B3-4CC2-8EE4-B4C1BFBF5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21069"/>
            <a:ext cx="9905999" cy="4844562"/>
          </a:xfrm>
        </p:spPr>
        <p:txBody>
          <a:bodyPr/>
          <a:lstStyle/>
          <a:p>
            <a:r>
              <a:rPr lang="es-MX" dirty="0"/>
              <a:t>Docker </a:t>
            </a:r>
            <a:r>
              <a:rPr lang="es-MX" dirty="0" err="1"/>
              <a:t>Engine</a:t>
            </a:r>
            <a:r>
              <a:rPr lang="es-MX" dirty="0"/>
              <a:t>:</a:t>
            </a:r>
          </a:p>
          <a:p>
            <a:pPr lvl="1"/>
            <a:r>
              <a:rPr lang="es-MX" dirty="0"/>
              <a:t>El “motor” que corre contenedores.</a:t>
            </a:r>
          </a:p>
          <a:p>
            <a:pPr lvl="1"/>
            <a:r>
              <a:rPr lang="es-MX" dirty="0"/>
              <a:t>Tiene el </a:t>
            </a:r>
            <a:r>
              <a:rPr lang="es-MX" dirty="0" err="1"/>
              <a:t>daemon</a:t>
            </a:r>
            <a:r>
              <a:rPr lang="es-MX" dirty="0"/>
              <a:t> (</a:t>
            </a:r>
            <a:r>
              <a:rPr lang="es-MX" dirty="0" err="1"/>
              <a:t>dockerd</a:t>
            </a:r>
            <a:r>
              <a:rPr lang="es-MX" dirty="0"/>
              <a:t>) que gestiona imágenes y contenedores.</a:t>
            </a:r>
          </a:p>
          <a:p>
            <a:r>
              <a:rPr lang="es-MX" dirty="0"/>
              <a:t>Docker CLI:</a:t>
            </a:r>
          </a:p>
          <a:p>
            <a:pPr lvl="1"/>
            <a:r>
              <a:rPr lang="es-MX" dirty="0"/>
              <a:t>El cliente (</a:t>
            </a:r>
            <a:r>
              <a:rPr lang="es-MX" dirty="0" err="1"/>
              <a:t>docker</a:t>
            </a:r>
            <a:r>
              <a:rPr lang="es-MX" dirty="0"/>
              <a:t> run, </a:t>
            </a:r>
            <a:r>
              <a:rPr lang="es-MX" dirty="0" err="1"/>
              <a:t>docker</a:t>
            </a:r>
            <a:r>
              <a:rPr lang="es-MX" dirty="0"/>
              <a:t> </a:t>
            </a:r>
            <a:r>
              <a:rPr lang="es-MX" dirty="0" err="1"/>
              <a:t>ps</a:t>
            </a:r>
            <a:r>
              <a:rPr lang="es-MX" dirty="0"/>
              <a:t>, etc.).</a:t>
            </a:r>
          </a:p>
          <a:p>
            <a:r>
              <a:rPr lang="es-MX" dirty="0"/>
              <a:t>Docker Hub:</a:t>
            </a:r>
          </a:p>
          <a:p>
            <a:pPr lvl="1"/>
            <a:r>
              <a:rPr lang="es-MX" dirty="0"/>
              <a:t>Repositorio público de imágenes (como GitHub, pero para contenedores).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A295A45-7CB9-4B89-8314-454170BE4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290" y="0"/>
            <a:ext cx="264170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892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7C5C4-5CAC-4B25-9481-0FA5E660E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Diferencia con Máquina Virtual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F4440B-878B-4864-B02A-2F4F575DA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VM: necesita un SO completo dentro de otra (pesado, lento).</a:t>
            </a:r>
          </a:p>
          <a:p>
            <a:r>
              <a:rPr lang="es-ES" dirty="0"/>
              <a:t>Docker: solo empaqueta tu app + dependencias, usa el mismo </a:t>
            </a:r>
            <a:r>
              <a:rPr lang="es-ES" dirty="0" err="1"/>
              <a:t>kernel</a:t>
            </a:r>
            <a:r>
              <a:rPr lang="es-ES" dirty="0"/>
              <a:t> → más ligero y rápido.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3D3583-D5CF-42C6-B691-196812E9F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290" y="0"/>
            <a:ext cx="264170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080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7</TotalTime>
  <Words>374</Words>
  <Application>Microsoft Office PowerPoint</Application>
  <PresentationFormat>Panorámica</PresentationFormat>
  <Paragraphs>44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Circuito</vt:lpstr>
      <vt:lpstr>docker</vt:lpstr>
      <vt:lpstr>¿Qué es Docker?</vt:lpstr>
      <vt:lpstr>¿Cómo funciona Docker?</vt:lpstr>
      <vt:lpstr>¿Cómo funciona Docker?</vt:lpstr>
      <vt:lpstr>Arquitectura de Docker</vt:lpstr>
      <vt:lpstr>Diferencia con Máquina Virtual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</dc:title>
  <dc:creator>Carlos Uriel de Jesus Sanchez Gonzalez</dc:creator>
  <cp:lastModifiedBy>Carlos Uriel de Jesus Sanchez Gonzalez</cp:lastModifiedBy>
  <cp:revision>1</cp:revision>
  <dcterms:created xsi:type="dcterms:W3CDTF">2025-09-24T22:29:23Z</dcterms:created>
  <dcterms:modified xsi:type="dcterms:W3CDTF">2025-09-24T22:37:18Z</dcterms:modified>
</cp:coreProperties>
</file>